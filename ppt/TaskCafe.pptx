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5" r:id="rId2"/>
    <p:sldId id="388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403" r:id="rId13"/>
    <p:sldId id="405" r:id="rId14"/>
    <p:sldId id="406" r:id="rId15"/>
    <p:sldId id="407" r:id="rId16"/>
    <p:sldId id="40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9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590" autoAdjust="0"/>
  </p:normalViewPr>
  <p:slideViewPr>
    <p:cSldViewPr showGuides="1">
      <p:cViewPr varScale="1">
        <p:scale>
          <a:sx n="78" d="100"/>
          <a:sy n="78" d="100"/>
        </p:scale>
        <p:origin x="1858" y="62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9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94B3-44B9-44B7-85A7-F056FA607D46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365F-315E-4D26-B736-3944439F5E09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1E7AE-CF1A-4AE7-BD2C-F950D278A3DB}" type="datetime3">
              <a:rPr lang="en-US" smtClean="0"/>
              <a:t>29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51F8-804C-441D-85CA-D64DC6F78406}" type="datetime3">
              <a:rPr lang="en-US" smtClean="0"/>
              <a:t>29 October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CCDB-4457-4C48-985F-BD1C33DF88D2}" type="datetime3">
              <a:rPr lang="en-US" smtClean="0"/>
              <a:t>29 October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AF7E-7813-4879-8B55-5575B0080D39}" type="datetime3">
              <a:rPr lang="en-US" smtClean="0"/>
              <a:t>29 October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94D0-F97F-48E4-A142-9DA614267486}" type="datetime3">
              <a:rPr lang="en-US" smtClean="0"/>
              <a:t>29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A9B2-FBCA-4233-9590-C0754509BDB5}" type="datetime3">
              <a:rPr lang="en-US" smtClean="0"/>
              <a:t>29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10C5-081D-4FA6-9B78-BB56BEB475DD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60AF-72BE-4445-B200-736511B20555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10B6530B-5C68-4965-B8A9-8C18D26903BD}" type="datetime3">
              <a:rPr lang="en-US" smtClean="0"/>
              <a:t>29 October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D4881-3C1B-4E10-8E47-87CE42F43D14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571500" y="449944"/>
            <a:ext cx="7772400" cy="3505199"/>
          </a:xfrm>
        </p:spPr>
        <p:txBody>
          <a:bodyPr>
            <a:normAutofit/>
          </a:bodyPr>
          <a:lstStyle/>
          <a:p>
            <a:br>
              <a:rPr lang="en-I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293625" y="3510621"/>
            <a:ext cx="6709143" cy="8854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 APPLICATION DEPLOYMENT USING DOCKER AND POSTGRESQL (TASKCAFE PROJECT)</a:t>
            </a:r>
            <a:endParaRPr lang="en-IN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t>1</a:t>
            </a:fld>
            <a:endParaRPr lang="en-US"/>
          </a:p>
        </p:txBody>
      </p:sp>
      <p:pic>
        <p:nvPicPr>
          <p:cNvPr id="3" name="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36525"/>
            <a:ext cx="8610600" cy="169668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42898" y="2024316"/>
            <a:ext cx="86105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pPr algn="ctr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Codegene - Skill Enhacement Project</a:t>
            </a:r>
          </a:p>
        </p:txBody>
      </p:sp>
      <p:sp>
        <p:nvSpPr>
          <p:cNvPr id="29" name="Subtitle 2"/>
          <p:cNvSpPr txBox="1"/>
          <p:nvPr/>
        </p:nvSpPr>
        <p:spPr>
          <a:xfrm>
            <a:off x="457200" y="4901084"/>
            <a:ext cx="8381999" cy="1487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PROJECT STUDENT                                     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</a:rPr>
              <a:t>VEERNALA CHANDRIKA</a:t>
            </a:r>
            <a:r>
              <a:rPr lang="en-US" sz="2000" b="1" dirty="0">
                <a:solidFill>
                  <a:schemeClr val="tx1"/>
                </a:solidFill>
              </a:rPr>
              <a:t>,  4311</a:t>
            </a:r>
            <a:r>
              <a:rPr lang="en-IN" sz="2000" b="1" dirty="0">
                <a:solidFill>
                  <a:schemeClr val="tx1"/>
                </a:solidFill>
              </a:rPr>
              <a:t>0990</a:t>
            </a:r>
            <a:endParaRPr lang="en-IN" alt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755356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Abstract</a:t>
            </a:r>
          </a:p>
          <a:p>
            <a:r>
              <a:rPr lang="en-US" sz="3600" dirty="0"/>
              <a:t>Existing System</a:t>
            </a:r>
          </a:p>
          <a:p>
            <a:r>
              <a:rPr lang="en-US" sz="3600" dirty="0"/>
              <a:t>Proposed System</a:t>
            </a:r>
          </a:p>
          <a:p>
            <a:r>
              <a:rPr lang="en-US" sz="3600" dirty="0"/>
              <a:t>Advantages</a:t>
            </a:r>
          </a:p>
          <a:p>
            <a:r>
              <a:rPr lang="en-US" sz="3600" dirty="0"/>
              <a:t>Disadvantages</a:t>
            </a:r>
          </a:p>
          <a:p>
            <a:r>
              <a:rPr lang="en-US" sz="3600" dirty="0"/>
              <a:t>Hardware Requirements</a:t>
            </a:r>
          </a:p>
          <a:p>
            <a:r>
              <a:rPr lang="en-US" sz="3600" dirty="0"/>
              <a:t>Software Requirements</a:t>
            </a:r>
          </a:p>
          <a:p>
            <a:r>
              <a:rPr lang="en-US" sz="3600" dirty="0"/>
              <a:t>Modules</a:t>
            </a:r>
          </a:p>
          <a:p>
            <a:r>
              <a:rPr lang="en-US" sz="3600" dirty="0"/>
              <a:t>Module Description</a:t>
            </a:r>
          </a:p>
          <a:p>
            <a:r>
              <a:rPr lang="en-US" sz="3600" dirty="0"/>
              <a:t>Sample Output</a:t>
            </a:r>
          </a:p>
          <a:p>
            <a:r>
              <a:rPr lang="en-US" sz="3600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616460" cy="990600"/>
          </a:xfrm>
        </p:spPr>
        <p:txBody>
          <a:bodyPr>
            <a:normAutofit/>
          </a:bodyPr>
          <a:lstStyle/>
          <a:p>
            <a:r>
              <a:rPr lang="en-US" sz="3600" dirty="0"/>
              <a:t>ABSTRACT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501775"/>
            <a:ext cx="8153400" cy="4572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project, “Full Stack Application Deployment using Docker and PostgreSQL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Taskcafe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Project),” demonstrates how to deploy a complete web application using Docker containers. The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Taskcafe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app combines a React frontend, a Go backend, and a PostgreSQL database. Using Docker simplifies setup and ensures all parts of the project run smoothly together. This project helps in understanding full stack deployment, database connection, and container-based application management.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270184"/>
            <a:ext cx="8229600" cy="513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system follows a manual appointment or task scheduling method.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Users manage tasks using the paper records or basic spreadsheets.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real-time collaboration between team members.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Difficult to track progress or assign responsibilities.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Time-consuming and prone to human errors.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centralized system for the managing projects or appointments.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616460" cy="990600"/>
          </a:xfrm>
        </p:spPr>
        <p:txBody>
          <a:bodyPr/>
          <a:lstStyle/>
          <a:p>
            <a:r>
              <a:rPr lang="en-US" dirty="0"/>
              <a:t>PROPOSED SYSTEM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5</a:t>
            </a:fld>
            <a:endParaRPr lang="en-US"/>
          </a:p>
        </p:txBody>
      </p:sp>
      <p:sp>
        <p:nvSpPr>
          <p:cNvPr id="13" name="Rectangle 7"/>
          <p:cNvSpPr>
            <a:spLocks noGrp="1" noChangeArrowheads="1"/>
          </p:cNvSpPr>
          <p:nvPr>
            <p:ph idx="1"/>
          </p:nvPr>
        </p:nvSpPr>
        <p:spPr bwMode="auto">
          <a:xfrm>
            <a:off x="377231" y="1485049"/>
            <a:ext cx="8346440" cy="5031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web-based full stack project management tool is developed.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system allows users to create, assign, and track tasks easily.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Built using React for frontend and Docker with PostgreSQL for backend deployment.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Provides real-time collaboration among team members.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Enables secure login and user management.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Stores all data in a centralized database, reducing errors.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Offers a dashboard view to monitor project progress efficiently.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616460" cy="990600"/>
          </a:xfrm>
        </p:spPr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1599882"/>
            <a:ext cx="8218170" cy="4939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web-based full stack project management tool is developed.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system allows users to create, assign, and track tasks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Built using React for frontend and Docker with PostgreSQL for backend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Provides real-time collaboration among team members.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Enables secure login and user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Stores all data in a centralized database, reducing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Offers a dashboard view to monitor project progress efficiently.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616460" cy="990600"/>
          </a:xfrm>
        </p:spPr>
        <p:txBody>
          <a:bodyPr/>
          <a:lstStyle/>
          <a:p>
            <a:r>
              <a:rPr lang="en-US" dirty="0"/>
              <a:t>DISADVANTAGES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670" y="1600200"/>
            <a:ext cx="8001000" cy="452596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Requires internet connectivity to access the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Initial setup with Docker and database configuration can be complex.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May consume more system resources during development and deployment.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Limited offline functionality — users cannot manage tasks without network access.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Learning curve for beginners to understand Docker and backend configuration.</a:t>
            </a:r>
          </a:p>
          <a:p>
            <a:pPr algn="just">
              <a:lnSpc>
                <a:spcPct val="150000"/>
              </a:lnSpc>
            </a:pPr>
            <a:endParaRPr lang="en-US" alt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06B055-6BF5-AA68-6AEC-3850D5223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723" y="1611362"/>
            <a:ext cx="79189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Intel i3 or higher (AMD equivalent)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Minimum 4 GB (8 GB recommended)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Disk: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least 10 GB free 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15” or larger display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Keyboard &amp; Mouse: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 input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Connection: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Required for Docker setup and web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9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43B38F-25BF-9AFB-4C8D-5AFF8FAE9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5476" y="1524000"/>
            <a:ext cx="69245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10 / 11 (64-bit)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Taskcafe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built-in API)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 Platform: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Docker Desktop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Editor: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 &amp;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Browser: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Chrome / Microsoft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170197-245D-540D-C35B-9EC50E9BE6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4581" y="1426695"/>
            <a:ext cx="8599277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User Management Module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user registration, login, and authentication.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create and manage their personal accounts securely.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PostgreSQL to store user credentials and details.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 Project Management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Lets users create new projects and manage them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project details like title, description, and deadlines.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assigning members and tracking overall progress.</a:t>
            </a:r>
          </a:p>
          <a:p>
            <a:pPr marL="0" indent="0">
              <a:buNone/>
            </a:pPr>
            <a:r>
              <a:rPr lang="en-US" sz="2000" b="1" dirty="0"/>
              <a:t>3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 Task Management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Enables users to create, assign, and track individual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task priority, deadlines, and progress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organize work using boards and lists.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 Team Collaboration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multiple users to work together on the same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Enables communication and coordination between team members.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notifications and activity tracking.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 Database Management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Manages all data storage using PostgreSQL.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Ensures data consistency, security, and quick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Handles tables for users, projects, and tasks efficiently.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6. Deployment &amp; Integration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Uses Docker to containerize frontend, backend, and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Simplifies deployment and ensures platform independence.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run the complete application smoothly on any system.</a:t>
            </a:r>
          </a:p>
          <a:p>
            <a:pPr algn="just"/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616460" cy="990600"/>
          </a:xfrm>
        </p:spPr>
        <p:txBody>
          <a:bodyPr>
            <a:normAutofit/>
          </a:bodyPr>
          <a:lstStyle/>
          <a:p>
            <a:r>
              <a:rPr lang="en-US" dirty="0"/>
              <a:t>SAMPLE OUTPUT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9" b="7759"/>
          <a:stretch/>
        </p:blipFill>
        <p:spPr>
          <a:xfrm>
            <a:off x="762000" y="1752600"/>
            <a:ext cx="7848600" cy="41433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3" b="7993"/>
          <a:stretch/>
        </p:blipFill>
        <p:spPr>
          <a:xfrm>
            <a:off x="876300" y="1676400"/>
            <a:ext cx="7391400" cy="4495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1" r="5631"/>
          <a:stretch/>
        </p:blipFill>
        <p:spPr>
          <a:xfrm>
            <a:off x="609600" y="1752600"/>
            <a:ext cx="7918940" cy="429641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 r="3157"/>
          <a:stretch/>
        </p:blipFill>
        <p:spPr>
          <a:xfrm>
            <a:off x="724185" y="1905000"/>
            <a:ext cx="7842740" cy="414401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6525"/>
            <a:ext cx="8534400" cy="114300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001000" cy="44195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Taskcafe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Full Stack Application demonstrates the successful deployment of a modern web-based project management system using Docker and PostgreSQL. It integrates both frontend and backend components within a containerized environment, ensuring seamless performance, scalability, and easy maintenance. This project simplifies task organization and collaboration while highlighting the practical implementation of full stack development and deployment techniques in a real-world environment.</a:t>
            </a:r>
          </a:p>
          <a:p>
            <a:pPr marL="0" indent="0" algn="just">
              <a:buNone/>
            </a:pP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October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846</Words>
  <Application>Microsoft Office PowerPoint</Application>
  <PresentationFormat>On-screen Show (4:3)</PresentationFormat>
  <Paragraphs>134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Custom Design</vt:lpstr>
      <vt:lpstr>  </vt:lpstr>
      <vt:lpstr>AGENDA</vt:lpstr>
      <vt:lpstr>ABSTRACT</vt:lpstr>
      <vt:lpstr>EXISTING SYSTEM</vt:lpstr>
      <vt:lpstr>PROPOSED SYSTEM </vt:lpstr>
      <vt:lpstr>ADVANTAGES</vt:lpstr>
      <vt:lpstr>DISADVANTAGES</vt:lpstr>
      <vt:lpstr>HARDWARE REQUIREMENTS</vt:lpstr>
      <vt:lpstr>SOFTWARE REQUIREMENTS</vt:lpstr>
      <vt:lpstr>MODULES</vt:lpstr>
      <vt:lpstr>Module Description</vt:lpstr>
      <vt:lpstr>SAMPLE OUTPUT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Chandrika Veernala</cp:lastModifiedBy>
  <cp:revision>118</cp:revision>
  <dcterms:created xsi:type="dcterms:W3CDTF">2019-11-06T07:48:00Z</dcterms:created>
  <dcterms:modified xsi:type="dcterms:W3CDTF">2025-10-28T19:36:29Z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5C4D8C26C0F54764A52211764797E14B_12</vt:lpwstr>
  </property>
  <property fmtid="{D5CDD505-2E9C-101B-9397-08002B2CF9AE}" pid="3" name="KSOProductBuildVer">
    <vt:lpwstr>1033-12.2.0.23131</vt:lpwstr>
  </property>
</Properties>
</file>